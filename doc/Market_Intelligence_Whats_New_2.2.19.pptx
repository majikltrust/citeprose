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ccountadmin@majik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21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3B82F6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3108960"/>
            <a:ext cx="4754880" cy="475488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  /  RELEASE 2.2.19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have something to say.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release: employee advocacy, performance analytics, company-page publishing, always-on delivery, and your choice of AI engine.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715000"/>
            <a:ext cx="1340510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587044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5715000"/>
            <a:ext cx="9747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09190" y="5715000"/>
            <a:ext cx="1340510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2070" y="587044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56662" y="5715000"/>
            <a:ext cx="9747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78301" y="5715000"/>
            <a:ext cx="2595067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61181" y="58704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25773" y="5715000"/>
            <a:ext cx="22293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3343F0DA-B089-F204-C485-D6D47A4DCA49}"/>
              </a:ext>
            </a:extLst>
          </p:cNvPr>
          <p:cNvSpPr/>
          <p:nvPr/>
        </p:nvSpPr>
        <p:spPr>
          <a:xfrm>
            <a:off x="566928" y="403860"/>
            <a:ext cx="580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8, 2026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79D4E9-978F-6130-47FC-8DB1DE135A8C}"/>
              </a:ext>
            </a:extLst>
          </p:cNvPr>
          <p:cNvSpPr txBox="1"/>
          <p:nvPr/>
        </p:nvSpPr>
        <p:spPr>
          <a:xfrm>
            <a:off x="3416808" y="462673"/>
            <a:ext cx="295847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hlinkClick r:id="rId3"/>
              </a:rPr>
              <a:t>accountadmin@majikl.com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this release helps you do more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9333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58568"/>
            <a:ext cx="658368" cy="658368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96" y="241657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99008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your reach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335584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post into personalized posts your whole team shares.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9178" y="1965960"/>
            <a:ext cx="339333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91786" y="2258568"/>
            <a:ext cx="658368" cy="65836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795" y="241657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1786" y="299008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what works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91786" y="335584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real per-post results, top topics, timing, and audience.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8277" y="1965960"/>
            <a:ext cx="339333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0885" y="2258568"/>
            <a:ext cx="658368" cy="658368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893" y="241657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0885" y="299008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as your brand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50885" y="335584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 LinkedIn company page, not only your profile.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297680"/>
            <a:ext cx="339333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2688" y="4590288"/>
            <a:ext cx="658368" cy="65836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96" y="474829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532180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post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32688" y="568756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refresh themselves, so scheduled posts still go out.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99178" y="4297680"/>
            <a:ext cx="339333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91786" y="4590288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795" y="4748296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1786" y="532180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AI, your way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691786" y="568756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AI provider and model, and use your own key.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58277" y="4297680"/>
            <a:ext cx="339333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50885" y="4590288"/>
            <a:ext cx="658368" cy="658368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8893" y="4748296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0885" y="532180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control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450885" y="568756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Reschedule, edit anytime, or write a post entirely yourself.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ADVOCACY  /  NEW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post into many trusted voices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distribution channel is the people who already work with you. Advocacy takes a single piece of company content and creates a personalized version for each team member to share from their own LinkedIn profile.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930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3346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61872" y="3621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 and connect their own account. Nothing posts in their name without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315968"/>
            <a:ext cx="457200" cy="45720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4256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approval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61872" y="4553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reviews, edits, and approves every draft, or turns on hands-off auto-posting.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248656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35838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voice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61872" y="5486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tailored to each member, and owners can steer tone without rewriting copy.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46520" y="1828800"/>
            <a:ext cx="5105095" cy="4343400"/>
          </a:xfrm>
          <a:prstGeom prst="roundRect">
            <a:avLst>
              <a:gd name="adj" fmla="val 2105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766560" y="2011680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766560" y="248716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7665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379208" y="2441448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company post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379208" y="2752344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any post the agent drafts, or one you write.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995160" y="2962656"/>
            <a:ext cx="0" cy="384048"/>
          </a:xfrm>
          <a:prstGeom prst="line">
            <a:avLst/>
          </a:prstGeom>
          <a:noFill/>
          <a:ln w="1905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66560" y="3374136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7665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7379208" y="3328416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variants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7379208" y="3639312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tailored version is created for each connected member.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995160" y="3849624"/>
            <a:ext cx="0" cy="384048"/>
          </a:xfrm>
          <a:prstGeom prst="line">
            <a:avLst/>
          </a:prstGeom>
          <a:noFill/>
          <a:ln w="1905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766560" y="426110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76656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7379208" y="4215384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review and approve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7379208" y="4526280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edit if they like, then approve, or opt into auto-posting.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995160" y="4736592"/>
            <a:ext cx="0" cy="384048"/>
          </a:xfrm>
          <a:prstGeom prst="line">
            <a:avLst/>
          </a:prstGeom>
          <a:noFill/>
          <a:ln w="1905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766560" y="514807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76656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7379208" y="5102352"/>
            <a:ext cx="3870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their networks</a:t>
            </a:r>
            <a:endParaRPr lang="en-US" sz="1450" dirty="0"/>
          </a:p>
        </p:txBody>
      </p:sp>
      <p:sp>
        <p:nvSpPr>
          <p:cNvPr id="37" name="Text 32"/>
          <p:cNvSpPr/>
          <p:nvPr/>
        </p:nvSpPr>
        <p:spPr>
          <a:xfrm>
            <a:off x="7379208" y="5413248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post publishes to that member's own audience, in their name.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ADVOCACY  /  VALUE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further, without giving up control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94560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23262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94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owners and admins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88036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turns a post into personalized copy for every member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each advocate's tone with private voice notes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program health: who is connected and what is queued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amplification against your company page alone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64808" y="2194560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482" y="23262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2494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 members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83096" y="288036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ready-to-post draft appears, tailored to you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approve, or reject anything before it goes out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auto-posting, with built-in frequency limits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or disconnect anytime; your name, your call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98348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5330952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794" y="54626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5202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true reach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556869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 followers, plus every connected member's own network.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5239512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263640" y="53126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5623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635240" y="5239512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046720" y="5239512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046720" y="53126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046720" y="5623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9418320" y="523951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802368" y="5239512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9802368" y="52395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 /  NEW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see what your content actually does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26275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8898" y="2121408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71" y="22530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86395" y="1920240"/>
            <a:ext cx="1926275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75213" y="2121408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886" y="225308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6395" y="2743200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132710" y="1920240"/>
            <a:ext cx="1926275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821528" y="2121408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201" y="225308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2710" y="2743200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79025" y="1920240"/>
            <a:ext cx="1926275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67843" y="2121408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16" y="225308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79025" y="2743200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25340" y="1920240"/>
            <a:ext cx="1926275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0314158" y="2121408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31" y="2253082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25340" y="2743200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326440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per-post results, shown exactly as LinkedIn reports them.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0080" y="397764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914400" y="425196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63" y="4388023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4400" y="493776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topic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14400" y="53035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which themes drive reach and engagement, then point the agent at more of them.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429658" y="397764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703978" y="42519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0041" y="4388023"/>
            <a:ext cx="294803" cy="29480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703978" y="493776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post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4703978" y="53035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day-and-hour view of when your audience actually shows up.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8219237" y="397764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8493557" y="4251960"/>
            <a:ext cx="566928" cy="566928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9620" y="4388023"/>
            <a:ext cx="294803" cy="29480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493557" y="493776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reach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8493557" y="53035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your followers down by industry, seniority, and geography.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 /  NARRATIVE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translated into a story you can act 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4028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2376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768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50976" y="2971800"/>
            <a:ext cx="4453128" cy="1417320"/>
          </a:xfrm>
          <a:prstGeom prst="roundRect">
            <a:avLst>
              <a:gd name="adj" fmla="val 5161"/>
            </a:avLst>
          </a:prstGeom>
          <a:solidFill>
            <a:srgbClr val="0A0E17"/>
          </a:solidFill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310896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“Reach grew this month, led by your posts on pricing strategy. Engagement per post rose against the prior window, and your strongest audience remains senior operators in software.”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" y="4572000"/>
            <a:ext cx="4453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 demand by AI. </a:t>
            </a: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tied to your own numbers, and the provider and model used are shown for transparency.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64808" y="2240280"/>
            <a:ext cx="566928" cy="56692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237634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2768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you can trust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83096" y="3035808"/>
            <a:ext cx="310896" cy="31089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275" y="3097987"/>
            <a:ext cx="186538" cy="1865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8584" y="2962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958584" y="32369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LinkedIn reports them, never rounded or invented.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83096" y="3721608"/>
            <a:ext cx="310896" cy="31089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275" y="3783787"/>
            <a:ext cx="186538" cy="1865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58584" y="36484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zeros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958584" y="39227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 not yet synced reads “not yet retrieved,” not a misleading zero.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83096" y="4407408"/>
            <a:ext cx="310896" cy="31089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275" y="4469587"/>
            <a:ext cx="186538" cy="1865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58584" y="43342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summaries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958584" y="46085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summary must reference real data points, or it is withheld.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483096" y="5093208"/>
            <a:ext cx="310896" cy="31089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275" y="5155387"/>
            <a:ext cx="186538" cy="18653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58584" y="50200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refresh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6958584" y="52943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latest results whenever you want, with clear status if LinkedIn is busy.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COMPANY-PAGE PUBLISHING  /  NEW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yourself, or as your brand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publishing identity per post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23774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2596896"/>
            <a:ext cx="420624" cy="420624"/>
          </a:xfrm>
          <a:prstGeom prst="ellipse">
            <a:avLst/>
          </a:prstGeom>
          <a:solidFill>
            <a:srgbClr val="05203F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52" y="2691536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30752" y="2596896"/>
            <a:ext cx="420624" cy="420624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392" y="269153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9392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3383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toggle in the app. Set a default, or override it on any single post.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1788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4032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org discovery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61872" y="43068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only the company pages you genuinely administer. The app verifies it.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0474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61872" y="4901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setup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261872" y="5175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reconnect, and switch identity from a settings page. No engineer needed.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583680" y="1920240"/>
            <a:ext cx="4967935" cy="4023360"/>
          </a:xfrm>
          <a:prstGeom prst="roundRect">
            <a:avLst>
              <a:gd name="adj" fmla="val 2273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903720" y="214884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903720" y="2697480"/>
            <a:ext cx="384048" cy="384048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530" y="2774290"/>
            <a:ext cx="230429" cy="23042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06640" y="267919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(1.9.32)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406640" y="2971800"/>
            <a:ext cx="3824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 only. Switching meant editing a server config file and restarting. No way to even find a company page.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903720" y="4069080"/>
            <a:ext cx="4327855" cy="0"/>
          </a:xfrm>
          <a:prstGeom prst="line">
            <a:avLst/>
          </a:prstGeom>
          <a:noFill/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903720" y="4297680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0530" y="4374490"/>
            <a:ext cx="230429" cy="23042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427939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(2.2.19)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406640" y="4572000"/>
            <a:ext cx="3824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or company page, chosen in the app per post or as a default. Company pages you administer are discovered and connected in a couple of clicks.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DELIVERY  /  NEW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posts go out, even while you sleep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content is only as good as the login behind it. This release keeps that connection alive on its own, so a token quietly expiring overnight no longer means a missed post.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366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227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refresh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LinkedIn connection renews itself before it expires.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187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reconnect notice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rare occasion a full sign-in is needed, the app tells you plainly.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528706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5148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On-time, exactly once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5440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posts publish at their set time, with no duplicates after downtime.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903720" y="1874520"/>
            <a:ext cx="4647895" cy="411480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816188" y="237744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3698" y="257495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338328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forget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178040" y="381304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“why did nothing post?” moments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360920" y="4572000"/>
            <a:ext cx="3733495" cy="0"/>
          </a:xfrm>
          <a:prstGeom prst="line">
            <a:avLst/>
          </a:prstGeom>
          <a:noFill/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269480" y="4800600"/>
            <a:ext cx="3916375" cy="502920"/>
          </a:xfrm>
          <a:prstGeom prst="roundRect">
            <a:avLst>
              <a:gd name="adj" fmla="val 10909"/>
            </a:avLst>
          </a:prstGeom>
          <a:solidFill>
            <a:srgbClr val="1A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452360" y="4800600"/>
            <a:ext cx="3550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 </a:t>
            </a: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dies, someone re-runs the login by hand.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269480" y="5440680"/>
            <a:ext cx="3916375" cy="502920"/>
          </a:xfrm>
          <a:prstGeom prst="roundRect">
            <a:avLst>
              <a:gd name="adj" fmla="val 10909"/>
            </a:avLst>
          </a:prstGeom>
          <a:solidFill>
            <a:srgbClr val="1A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452360" y="5440680"/>
            <a:ext cx="3550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 </a:t>
            </a: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refreshes itself, and asks only when it truly must.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AI, YOUR WAY  /  NEW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content, powered by the AI you choose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53564" cy="1737360"/>
          </a:xfrm>
          <a:prstGeom prst="roundRect">
            <a:avLst>
              <a:gd name="adj" fmla="val 5263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4254" y="2221992"/>
            <a:ext cx="585216" cy="585216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706" y="2362444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45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2278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and Sonnet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9404" y="1965960"/>
            <a:ext cx="2453564" cy="1737360"/>
          </a:xfrm>
          <a:prstGeom prst="roundRect">
            <a:avLst>
              <a:gd name="adj" fmla="val 5263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93578" y="2221992"/>
            <a:ext cx="585216" cy="585216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030" y="2362444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9404" y="2898648"/>
            <a:ext cx="245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59404" y="32278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and GPT-5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8728" y="1965960"/>
            <a:ext cx="2453564" cy="1737360"/>
          </a:xfrm>
          <a:prstGeom prst="roundRect">
            <a:avLst>
              <a:gd name="adj" fmla="val 5263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212902" y="2221992"/>
            <a:ext cx="585216" cy="585216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53" y="236244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8728" y="2898648"/>
            <a:ext cx="245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78728" y="32278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3 and Grok 4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98051" y="1965960"/>
            <a:ext cx="2453564" cy="1737360"/>
          </a:xfrm>
          <a:prstGeom prst="roundRect">
            <a:avLst>
              <a:gd name="adj" fmla="val 5263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32225" y="2221992"/>
            <a:ext cx="585216" cy="585216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677" y="2362444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051" y="2898648"/>
            <a:ext cx="245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endpoint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98051" y="32278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model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397764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4" y="43836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4937760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cost to quality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14400" y="527608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fast, economical model or a top-tier one, per workspace.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429658" y="397764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03978" y="425196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5652" y="43836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03978" y="4937760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4703978" y="527608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provider account. Keys are verified before they are saved.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219237" y="397764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0D1424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8493557" y="4251960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5230" y="438363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493557" y="4937760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single-vendor lock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8493557" y="527608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providers from the admin screen whenever you like.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  /  AUTHORING AND SCHEDULING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 over every post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984248"/>
            <a:ext cx="530352" cy="530352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96" y="2111532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751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or unschedule freely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40680" y="1920240"/>
            <a:ext cx="5882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post between draft, review queue, and scheduled. Scheduling is no longer a one-way door.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734056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96112" y="2843784"/>
            <a:ext cx="530352" cy="530352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396" y="2971068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when you need to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40680" y="2779776"/>
            <a:ext cx="5882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wording on drafts, scheduled posts, and even ones that failed or were held back.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593592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3703320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96" y="38306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6941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from scratch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40680" y="3639312"/>
            <a:ext cx="5882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blank draft and say it in your own words, with no AI in the loop.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453128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4562856"/>
            <a:ext cx="530352" cy="530352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396" y="4690140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5537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spacing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440680" y="4498848"/>
            <a:ext cx="5882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minimum gap between scheduled posts, so your feed never looks spammy.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312664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96112" y="5422392"/>
            <a:ext cx="530352" cy="530352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96" y="5549676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4132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440680" y="5358384"/>
            <a:ext cx="5882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messages when something needs a fix, like an empty post or a timing conflict.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TRUST AND 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by design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31136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3847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advocacy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94436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in, approve each post, and can disconnect at any time. Their credentials are encrypted and isolated.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92024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17056" y="2231136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675" y="23847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22860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analytics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35344" y="294436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only. No invented zeros, and AI summaries must cite your own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425696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" y="457931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80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content defenses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0976" y="513892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detection of hidden instructions buried in outside news and feeds.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4448" y="4114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17056" y="4425696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675" y="4579315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480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Owner-only controls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35344" y="513892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settings are enforced on the server, not just hidden in the interface.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1.9.32 to 2.2.19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solidFill>
            <a:srgbClr val="0D1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51760" y="1874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(1.9.32)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4739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(2.2.19)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11535" cy="621792"/>
          </a:xfrm>
          <a:prstGeom prst="rect">
            <a:avLst/>
          </a:prstGeom>
          <a:solidFill>
            <a:srgbClr val="1A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1112" y="2523744"/>
            <a:ext cx="237744" cy="23774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83" y="2568915"/>
            <a:ext cx="147401" cy="14740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76872" y="2331720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 plus employee advocacy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953512"/>
            <a:ext cx="10911535" cy="621792"/>
          </a:xfrm>
          <a:prstGeom prst="rect">
            <a:avLst/>
          </a:prstGeom>
          <a:solidFill>
            <a:srgbClr val="0D1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295351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651760" y="295351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performance 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11112" y="3145536"/>
            <a:ext cx="237744" cy="23774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83" y="3190707"/>
            <a:ext cx="147401" cy="14740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76872" y="2953512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Per-post, topic, timing, audience, plus AI summary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3575304"/>
            <a:ext cx="10911535" cy="621792"/>
          </a:xfrm>
          <a:prstGeom prst="rect">
            <a:avLst/>
          </a:prstGeom>
          <a:solidFill>
            <a:srgbClr val="1A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2960" y="35753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2651760" y="357530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only, config edit and restart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611112" y="3767328"/>
            <a:ext cx="237744" cy="23774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83" y="3812499"/>
            <a:ext cx="147401" cy="14740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76872" y="3575304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or company page, live in-app toggle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4197096"/>
            <a:ext cx="10911535" cy="621792"/>
          </a:xfrm>
          <a:prstGeom prst="rect">
            <a:avLst/>
          </a:prstGeom>
          <a:solidFill>
            <a:srgbClr val="0D1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22960" y="419709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2651760" y="419709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re-login when the token died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611112" y="4389120"/>
            <a:ext cx="237744" cy="23774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83" y="4434291"/>
            <a:ext cx="147401" cy="14740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76872" y="4197096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refresh with clear reconnect notice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" y="4818888"/>
            <a:ext cx="10911535" cy="621792"/>
          </a:xfrm>
          <a:prstGeom prst="rect">
            <a:avLst/>
          </a:prstGeom>
          <a:solidFill>
            <a:srgbClr val="1A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22960" y="481888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2651760" y="481888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model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611112" y="5010912"/>
            <a:ext cx="237744" cy="23774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83" y="5056083"/>
            <a:ext cx="147401" cy="14740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76872" y="4818888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provider and model, bring your own key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40080" y="5440680"/>
            <a:ext cx="10911535" cy="621792"/>
          </a:xfrm>
          <a:prstGeom prst="rect">
            <a:avLst/>
          </a:prstGeom>
          <a:solidFill>
            <a:srgbClr val="0D1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822960" y="544068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2651760" y="544068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to scheduled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611112" y="5632704"/>
            <a:ext cx="237744" cy="23774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83" y="5677875"/>
            <a:ext cx="147401" cy="14740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976872" y="5440680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Reschedule, edit anytime, or write from scratch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640080" y="1874520"/>
            <a:ext cx="10911535" cy="4187952"/>
          </a:xfrm>
          <a:prstGeom prst="rect">
            <a:avLst/>
          </a:prstGeom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926080"/>
            <a:ext cx="6035040" cy="603504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SIGNAL TO POST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377440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25091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topics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05072" y="196596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36008" y="2377440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682" y="25091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researches and drafts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08392" y="196596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A2233"/>
          </a:solidFill>
          <a:ln w="12700">
            <a:solidFill>
              <a:srgbClr val="27324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9328" y="237744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002" y="25091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and publish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" y="3794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with a team to amplify it, the data to prove it,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reliability to trust it.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" y="5559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have something to say.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1440</Words>
  <Application>Microsoft Macintosh PowerPoint</Application>
  <PresentationFormat>Widescreen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What's New in Market Intelligence 2.2.19</dc:title>
  <dc:subject>PptxGenJS Presentation</dc:subject>
  <dc:creator>Market Intelligence</dc:creator>
  <cp:keywords/>
  <dc:description/>
  <cp:lastModifiedBy>Brandon R. India</cp:lastModifiedBy>
  <cp:revision>3</cp:revision>
  <dcterms:created xsi:type="dcterms:W3CDTF">2026-07-09T00:19:40Z</dcterms:created>
  <dcterms:modified xsi:type="dcterms:W3CDTF">2026-07-09T14:39:50Z</dcterms:modified>
  <cp:category/>
</cp:coreProperties>
</file>