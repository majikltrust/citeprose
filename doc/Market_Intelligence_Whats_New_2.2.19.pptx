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8.png"/><Relationship Id="rId10" Type="http://schemas.openxmlformats.org/officeDocument/2006/relationships/image" Target="../media/image19.png"/><Relationship Id="rId4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21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035040" cy="6035040"/>
          </a:xfrm>
          <a:prstGeom prst="ellipse">
            <a:avLst/>
          </a:prstGeom>
          <a:solidFill>
            <a:srgbClr val="3B82F6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058400" y="3108960"/>
            <a:ext cx="4754880" cy="475488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UPDATE  /  RELEASE 2.2.19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 in</a:t>
            </a:r>
            <a:endParaRPr lang="en-US" sz="5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people who have something to say.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this release: employee advocacy, performance analytics, company-page publishing, always-on delivery, and your choice of AI engine.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5715000"/>
            <a:ext cx="1340510" cy="402336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5870448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87552" y="5715000"/>
            <a:ext cx="9747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09190" y="5715000"/>
            <a:ext cx="1340510" cy="402336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392070" y="587044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56662" y="5715000"/>
            <a:ext cx="9747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78301" y="5715000"/>
            <a:ext cx="2595067" cy="402336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961181" y="587044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25773" y="5715000"/>
            <a:ext cx="222930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as your brand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OVERVIEW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ways this release helps you do more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9333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2258568"/>
            <a:ext cx="658368" cy="658368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696" y="2416576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2990088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your reach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32688" y="335584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one post into personalized posts your whole team shares.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1965960"/>
            <a:ext cx="339333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91786" y="2258568"/>
            <a:ext cx="658368" cy="658368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9795" y="2416576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1786" y="2990088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what works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91786" y="335584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real per-post results, top topics, timing, and audience.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1965960"/>
            <a:ext cx="339333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50885" y="2258568"/>
            <a:ext cx="658368" cy="658368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8893" y="2416576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0885" y="2990088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as your brand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450885" y="335584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as your LinkedIn company page, not only your profile.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4297680"/>
            <a:ext cx="339333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32688" y="4590288"/>
            <a:ext cx="658368" cy="65836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0696" y="4748296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2688" y="5321808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miss a post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932688" y="568756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refresh themselves, so scheduled posts still go out.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4399178" y="4297680"/>
            <a:ext cx="339333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4691786" y="4590288"/>
            <a:ext cx="658368" cy="658368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9795" y="4748296"/>
            <a:ext cx="342351" cy="34235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91786" y="5321808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AI, your way</a:t>
            </a:r>
            <a:endParaRPr lang="en-US" sz="1650" dirty="0"/>
          </a:p>
        </p:txBody>
      </p:sp>
      <p:sp>
        <p:nvSpPr>
          <p:cNvPr id="28" name="Text 21"/>
          <p:cNvSpPr/>
          <p:nvPr/>
        </p:nvSpPr>
        <p:spPr>
          <a:xfrm>
            <a:off x="4691786" y="568756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AI provider and model, and use your own key.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158277" y="4297680"/>
            <a:ext cx="339333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8450885" y="4590288"/>
            <a:ext cx="658368" cy="658368"/>
          </a:xfrm>
          <a:prstGeom prst="ellipse">
            <a:avLst/>
          </a:prstGeom>
          <a:solidFill>
            <a:srgbClr val="EF444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8893" y="4748296"/>
            <a:ext cx="342351" cy="34235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450885" y="5321808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in control</a:t>
            </a:r>
            <a:endParaRPr lang="en-US" sz="1650" dirty="0"/>
          </a:p>
        </p:txBody>
      </p:sp>
      <p:sp>
        <p:nvSpPr>
          <p:cNvPr id="33" name="Text 25"/>
          <p:cNvSpPr/>
          <p:nvPr/>
        </p:nvSpPr>
        <p:spPr>
          <a:xfrm>
            <a:off x="8450885" y="568756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Reschedule, edit anytime, or write a post entirely yourself.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ADVOCACY  /  NEW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one post into many trusted voices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best distribution channel is the people who already work with you. Advocacy takes a single piece of company content and creates a personalized version for each team member to share from their own LinkedIn profile.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49300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61872" y="33467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first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61872" y="36210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opt in and connect their own account. Nothing posts in their name without them.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4315968"/>
            <a:ext cx="457200" cy="45720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425696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61872" y="42793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approval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261872" y="455371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 reviews, edits, and approves every draft, or turns on hands-off auto-posting.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0080" y="5248656"/>
            <a:ext cx="457200" cy="45720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358384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61872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voice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261872" y="54864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tailored to each member, and owners can steer tone without rewriting copy.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446520" y="1828800"/>
            <a:ext cx="5105095" cy="4343400"/>
          </a:xfrm>
          <a:prstGeom prst="roundRect">
            <a:avLst>
              <a:gd name="adj" fmla="val 2105"/>
            </a:avLst>
          </a:prstGeom>
          <a:solidFill>
            <a:srgbClr val="0D1424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6766560" y="2011680"/>
            <a:ext cx="4465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766560" y="2487168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676656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7379208" y="2441448"/>
            <a:ext cx="3870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 company post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7379208" y="2752344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any post the agent drafts, or one you write.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995160" y="2962656"/>
            <a:ext cx="0" cy="384048"/>
          </a:xfrm>
          <a:prstGeom prst="line">
            <a:avLst/>
          </a:prstGeom>
          <a:noFill/>
          <a:ln w="19050">
            <a:solidFill>
              <a:srgbClr val="2732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6766560" y="3374136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/>
          <p:nvPr/>
        </p:nvSpPr>
        <p:spPr>
          <a:xfrm>
            <a:off x="6766560" y="3374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26" name="Text 21"/>
          <p:cNvSpPr/>
          <p:nvPr/>
        </p:nvSpPr>
        <p:spPr>
          <a:xfrm>
            <a:off x="7379208" y="3328416"/>
            <a:ext cx="3870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personalized variants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7379208" y="3639312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tailored version is created for each connected member.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995160" y="3849624"/>
            <a:ext cx="0" cy="384048"/>
          </a:xfrm>
          <a:prstGeom prst="line">
            <a:avLst/>
          </a:prstGeom>
          <a:noFill/>
          <a:ln w="19050">
            <a:solidFill>
              <a:srgbClr val="2732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4"/>
          <p:cNvSpPr/>
          <p:nvPr/>
        </p:nvSpPr>
        <p:spPr>
          <a:xfrm>
            <a:off x="6766560" y="4261104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/>
          <p:nvPr/>
        </p:nvSpPr>
        <p:spPr>
          <a:xfrm>
            <a:off x="676656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1" name="Text 26"/>
          <p:cNvSpPr/>
          <p:nvPr/>
        </p:nvSpPr>
        <p:spPr>
          <a:xfrm>
            <a:off x="7379208" y="4215384"/>
            <a:ext cx="3870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review and approve</a:t>
            </a:r>
            <a:endParaRPr lang="en-US" sz="1450" dirty="0"/>
          </a:p>
        </p:txBody>
      </p:sp>
      <p:sp>
        <p:nvSpPr>
          <p:cNvPr id="32" name="Text 27"/>
          <p:cNvSpPr/>
          <p:nvPr/>
        </p:nvSpPr>
        <p:spPr>
          <a:xfrm>
            <a:off x="7379208" y="4526280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edit if they like, then approve, or opt into auto-posting.</a:t>
            </a:r>
            <a:endParaRPr lang="en-US" sz="1150" dirty="0"/>
          </a:p>
        </p:txBody>
      </p:sp>
      <p:sp>
        <p:nvSpPr>
          <p:cNvPr id="33" name="Shape 28"/>
          <p:cNvSpPr/>
          <p:nvPr/>
        </p:nvSpPr>
        <p:spPr>
          <a:xfrm>
            <a:off x="6995160" y="4736592"/>
            <a:ext cx="0" cy="384048"/>
          </a:xfrm>
          <a:prstGeom prst="line">
            <a:avLst/>
          </a:prstGeom>
          <a:noFill/>
          <a:ln w="19050">
            <a:solidFill>
              <a:srgbClr val="2732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9"/>
          <p:cNvSpPr/>
          <p:nvPr/>
        </p:nvSpPr>
        <p:spPr>
          <a:xfrm>
            <a:off x="6766560" y="5148072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766560" y="5148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36" name="Text 31"/>
          <p:cNvSpPr/>
          <p:nvPr/>
        </p:nvSpPr>
        <p:spPr>
          <a:xfrm>
            <a:off x="7379208" y="5102352"/>
            <a:ext cx="3870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reaches their networks</a:t>
            </a:r>
            <a:endParaRPr lang="en-US" sz="1450" dirty="0"/>
          </a:p>
        </p:txBody>
      </p:sp>
      <p:sp>
        <p:nvSpPr>
          <p:cNvPr id="37" name="Text 32"/>
          <p:cNvSpPr/>
          <p:nvPr/>
        </p:nvSpPr>
        <p:spPr>
          <a:xfrm>
            <a:off x="7379208" y="5413248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post publishes to that member's own audience, in their name.</a:t>
            </a:r>
            <a:endParaRPr lang="en-US" sz="1150" dirty="0"/>
          </a:p>
        </p:txBody>
      </p:sp>
      <p:sp>
        <p:nvSpPr>
          <p:cNvPr id="38" name="Text 33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39" name="Text 34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ADVOCACY  /  VALUE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further, without giving up control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74920" cy="2743200"/>
          </a:xfrm>
          <a:prstGeom prst="roundRect">
            <a:avLst>
              <a:gd name="adj" fmla="val 3333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2194560"/>
            <a:ext cx="548640" cy="54864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362" y="23262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249424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owners and admins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50976" y="288036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turns a post into personalized copy for every member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 each advocate's tone with private voice notes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program health: who is connected and what is queued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amplification against your company page alone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920240"/>
            <a:ext cx="5074920" cy="2743200"/>
          </a:xfrm>
          <a:prstGeom prst="roundRect">
            <a:avLst>
              <a:gd name="adj" fmla="val 3333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64808" y="2194560"/>
            <a:ext cx="548640" cy="54864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482" y="232623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32320" y="2249424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team members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83096" y="288036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ready-to-post draft appears, tailored to you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approve, or reject anything before it goes out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auto-posting, with built-in frequency limits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disconnect anytime; your name, your call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983480"/>
            <a:ext cx="10911535" cy="1234440"/>
          </a:xfrm>
          <a:prstGeom prst="roundRect">
            <a:avLst>
              <a:gd name="adj" fmla="val 7407"/>
            </a:avLst>
          </a:prstGeom>
          <a:solidFill>
            <a:srgbClr val="0D1424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60120" y="5330952"/>
            <a:ext cx="548640" cy="54864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1794" y="5462626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52029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true reach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45920" y="5568696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page followers, plus every connected member's own network.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5239512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6263640" y="531266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page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6364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635240" y="5239512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8046720" y="5239512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8046720" y="531266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member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046720" y="5623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9418320" y="5239512"/>
            <a:ext cx="384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27" name="Shape 22"/>
          <p:cNvSpPr/>
          <p:nvPr/>
        </p:nvSpPr>
        <p:spPr>
          <a:xfrm>
            <a:off x="9802368" y="5239512"/>
            <a:ext cx="1417320" cy="731520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3"/>
          <p:cNvSpPr/>
          <p:nvPr/>
        </p:nvSpPr>
        <p:spPr>
          <a:xfrm>
            <a:off x="9802368" y="523951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Amplified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52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ANALYTICS  /  NEW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Finally, see what your content actually does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926275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28898" y="2121408"/>
            <a:ext cx="548640" cy="54864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71" y="2253082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74320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86395" y="1920240"/>
            <a:ext cx="1926275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575213" y="2121408"/>
            <a:ext cx="548640" cy="54864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86" y="2253082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886395" y="274320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132710" y="1920240"/>
            <a:ext cx="1926275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5821528" y="2121408"/>
            <a:ext cx="548640" cy="5486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3201" y="2253082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132710" y="274320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379025" y="1920240"/>
            <a:ext cx="1926275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8067843" y="2121408"/>
            <a:ext cx="548640" cy="5486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16" y="2253082"/>
            <a:ext cx="285293" cy="28529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379025" y="274320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25340" y="1920240"/>
            <a:ext cx="1926275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10314158" y="2121408"/>
            <a:ext cx="548640" cy="54864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5831" y="2253082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25340" y="274320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326440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per-post results, shown exactly as LinkedIn reports them.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40080" y="397764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914400" y="4251960"/>
            <a:ext cx="566928" cy="566928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463" y="4388023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14400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by topic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914400" y="530352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which themes drive reach and engagement, then point the agent at more of them.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4429658" y="397764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3"/>
          <p:cNvSpPr/>
          <p:nvPr/>
        </p:nvSpPr>
        <p:spPr>
          <a:xfrm>
            <a:off x="4703978" y="4251960"/>
            <a:ext cx="566928" cy="566928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0041" y="4388023"/>
            <a:ext cx="294803" cy="294803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4703978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time to post</a:t>
            </a:r>
            <a:endParaRPr lang="en-US" sz="1500" dirty="0"/>
          </a:p>
        </p:txBody>
      </p:sp>
      <p:sp>
        <p:nvSpPr>
          <p:cNvPr id="34" name="Text 25"/>
          <p:cNvSpPr/>
          <p:nvPr/>
        </p:nvSpPr>
        <p:spPr>
          <a:xfrm>
            <a:off x="4703978" y="530352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day-and-hour view of when your audience actually shows up.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8219237" y="397764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7"/>
          <p:cNvSpPr/>
          <p:nvPr/>
        </p:nvSpPr>
        <p:spPr>
          <a:xfrm>
            <a:off x="8493557" y="4251960"/>
            <a:ext cx="566928" cy="566928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29620" y="4388023"/>
            <a:ext cx="294803" cy="294803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493557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you reach</a:t>
            </a:r>
            <a:endParaRPr lang="en-US" sz="1500" dirty="0"/>
          </a:p>
        </p:txBody>
      </p:sp>
      <p:sp>
        <p:nvSpPr>
          <p:cNvPr id="39" name="Text 29"/>
          <p:cNvSpPr/>
          <p:nvPr/>
        </p:nvSpPr>
        <p:spPr>
          <a:xfrm>
            <a:off x="8493557" y="530352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your followers down by industry, seniority, and geography.</a:t>
            </a:r>
            <a:endParaRPr lang="en-US" sz="1200" dirty="0"/>
          </a:p>
        </p:txBody>
      </p:sp>
      <p:sp>
        <p:nvSpPr>
          <p:cNvPr id="40" name="Text 30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41" name="Text 31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ANALYTICS  /  NARRATIVE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translated into a story you can act on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074920" cy="3840480"/>
          </a:xfrm>
          <a:prstGeom prst="roundRect">
            <a:avLst>
              <a:gd name="adj" fmla="val 2381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2240280"/>
            <a:ext cx="566928" cy="566928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751" y="2376343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276856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summary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950976" y="2971800"/>
            <a:ext cx="4453128" cy="1417320"/>
          </a:xfrm>
          <a:prstGeom prst="roundRect">
            <a:avLst>
              <a:gd name="adj" fmla="val 5161"/>
            </a:avLst>
          </a:prstGeom>
          <a:solidFill>
            <a:srgbClr val="0A0E17"/>
          </a:solidFill>
          <a:ln w="12700">
            <a:solidFill>
              <a:srgbClr val="2732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43000" y="3108960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“Reach grew this month, led by your posts on pricing strategy. Engagement per post rose against the prior window, and your strongest audience remains senior operators in software.”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950976" y="4572000"/>
            <a:ext cx="44531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on demand by AI. </a:t>
            </a: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is tied to your own numbers, and the provider and model used are shown for transparency.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72200" y="1965960"/>
            <a:ext cx="5074920" cy="3840480"/>
          </a:xfrm>
          <a:prstGeom prst="roundRect">
            <a:avLst>
              <a:gd name="adj" fmla="val 2381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64808" y="2240280"/>
            <a:ext cx="566928" cy="56692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871" y="237634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0" y="2276856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you can trust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83096" y="3035808"/>
            <a:ext cx="310896" cy="310896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5275" y="3097987"/>
            <a:ext cx="186538" cy="1865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58584" y="296265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values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958584" y="3236976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as LinkedIn reports them, never rounded or invented.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83096" y="3721608"/>
            <a:ext cx="310896" cy="310896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5275" y="3783787"/>
            <a:ext cx="186538" cy="18653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58584" y="364845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fake zeros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958584" y="3922776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post not yet synced reads “not yet retrieved,” not a misleading zero.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483096" y="4407408"/>
            <a:ext cx="310896" cy="310896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5275" y="4469587"/>
            <a:ext cx="186538" cy="18653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958584" y="433425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summaries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6958584" y="4608576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summary must reference real data points, or it is withheld.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6483096" y="5093208"/>
            <a:ext cx="310896" cy="310896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5275" y="5155387"/>
            <a:ext cx="186538" cy="18653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58584" y="502005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refresh</a:t>
            </a:r>
            <a:endParaRPr lang="en-US" sz="1350" dirty="0"/>
          </a:p>
        </p:txBody>
      </p:sp>
      <p:sp>
        <p:nvSpPr>
          <p:cNvPr id="30" name="Text 22"/>
          <p:cNvSpPr/>
          <p:nvPr/>
        </p:nvSpPr>
        <p:spPr>
          <a:xfrm>
            <a:off x="6958584" y="5294376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latest results whenever you want, with clear status if LinkedIn is busy.</a:t>
            </a:r>
            <a:endParaRPr lang="en-US" sz="1150" dirty="0"/>
          </a:p>
        </p:txBody>
      </p:sp>
      <p:sp>
        <p:nvSpPr>
          <p:cNvPr id="31" name="Text 23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COMPANY-PAGE PUBLISHING  /  NEW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as yourself, or as your brand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publishing identity per post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474720" y="237744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96112" y="2596896"/>
            <a:ext cx="420624" cy="420624"/>
          </a:xfrm>
          <a:prstGeom prst="ellipse">
            <a:avLst/>
          </a:prstGeom>
          <a:solidFill>
            <a:srgbClr val="05203F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752" y="2691536"/>
            <a:ext cx="231343" cy="23134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44752" y="2377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profile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730752" y="2596896"/>
            <a:ext cx="420624" cy="420624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392" y="2691536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79392" y="2377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page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40080" y="33832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toggle in the app. Set a default, or override it on any single post.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069080"/>
            <a:ext cx="457200" cy="45720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17880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61872" y="40325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org discovery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1261872" y="43068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only the company pages you genuinely administer. The app verifies it.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40080" y="4937760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047488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61872" y="49011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setup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1261872" y="517550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Connect, reconnect, and switch identity from a settings page. No engineer needed.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6583680" y="1920240"/>
            <a:ext cx="4967935" cy="4023360"/>
          </a:xfrm>
          <a:prstGeom prst="roundRect">
            <a:avLst>
              <a:gd name="adj" fmla="val 2273"/>
            </a:avLst>
          </a:prstGeom>
          <a:solidFill>
            <a:srgbClr val="0D1424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903720" y="2148840"/>
            <a:ext cx="4327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903720" y="2697480"/>
            <a:ext cx="384048" cy="384048"/>
          </a:xfrm>
          <a:prstGeom prst="ellipse">
            <a:avLst/>
          </a:prstGeom>
          <a:solidFill>
            <a:srgbClr val="EF444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0530" y="2774290"/>
            <a:ext cx="230429" cy="230429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06640" y="2679192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(1.9.32)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7406640" y="2971800"/>
            <a:ext cx="3824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profile only. Switching meant editing a server config file and restarting. No way to even find a company page.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903720" y="4069080"/>
            <a:ext cx="4327855" cy="0"/>
          </a:xfrm>
          <a:prstGeom prst="line">
            <a:avLst/>
          </a:prstGeom>
          <a:noFill/>
          <a:ln w="12700">
            <a:solidFill>
              <a:srgbClr val="2732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2"/>
          <p:cNvSpPr/>
          <p:nvPr/>
        </p:nvSpPr>
        <p:spPr>
          <a:xfrm>
            <a:off x="6903720" y="4297680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0530" y="4374490"/>
            <a:ext cx="230429" cy="230429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406640" y="4279392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(2.2.19)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7406640" y="4572000"/>
            <a:ext cx="3824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or company page, chosen in the app per post or as a default. Company pages you administer are discovered and connected in a couple of clicks.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DELIVERY  /  NEW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posts go out, even while you sleep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content is only as good as the login behind it. This release keeps that connection alive on its own, so a token quietly expiring overnight no longer means a missed post.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3668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2278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refresh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325880" y="3520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LinkedIn connection renews itself before it expires.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432694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25880" y="418795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reconnect notice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325880" y="4480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rare occasion a full sign-in is needed, the app tells you plainly.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166360"/>
            <a:ext cx="502920" cy="50292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1" y="528706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25880" y="5148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On-time, exactly once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1325880" y="5440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posts publish at their set time, with no duplicates after downtime.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903720" y="1874520"/>
            <a:ext cx="4647895" cy="411480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8816188" y="2377440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3698" y="2574950"/>
            <a:ext cx="427939" cy="42793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903720" y="3383280"/>
            <a:ext cx="4647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and forget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7178040" y="3813048"/>
            <a:ext cx="4099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“why did nothing post?” moments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7360920" y="4572000"/>
            <a:ext cx="3733495" cy="0"/>
          </a:xfrm>
          <a:prstGeom prst="line">
            <a:avLst/>
          </a:prstGeom>
          <a:noFill/>
          <a:ln w="12700">
            <a:solidFill>
              <a:srgbClr val="2732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7269480" y="4800600"/>
            <a:ext cx="3916375" cy="502920"/>
          </a:xfrm>
          <a:prstGeom prst="roundRect">
            <a:avLst>
              <a:gd name="adj" fmla="val 10909"/>
            </a:avLst>
          </a:prstGeom>
          <a:solidFill>
            <a:srgbClr val="1A22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7452360" y="4800600"/>
            <a:ext cx="3550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 </a:t>
            </a: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token dies, someone re-runs the login by hand.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7269480" y="5440680"/>
            <a:ext cx="3916375" cy="502920"/>
          </a:xfrm>
          <a:prstGeom prst="roundRect">
            <a:avLst>
              <a:gd name="adj" fmla="val 10909"/>
            </a:avLst>
          </a:prstGeom>
          <a:solidFill>
            <a:srgbClr val="1A22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7452360" y="5440680"/>
            <a:ext cx="3550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  </a:t>
            </a: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refreshes itself, and asks only when it truly must.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AI, YOUR WAY  /  NEW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content, powered by the AI you choose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453564" cy="1737360"/>
          </a:xfrm>
          <a:prstGeom prst="roundRect">
            <a:avLst>
              <a:gd name="adj" fmla="val 5263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74254" y="2221992"/>
            <a:ext cx="585216" cy="585216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706" y="2362444"/>
            <a:ext cx="304312" cy="304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898648"/>
            <a:ext cx="245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3227832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 and Sonnet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59404" y="1965960"/>
            <a:ext cx="2453564" cy="1737360"/>
          </a:xfrm>
          <a:prstGeom prst="roundRect">
            <a:avLst>
              <a:gd name="adj" fmla="val 5263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393578" y="2221992"/>
            <a:ext cx="585216" cy="585216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030" y="2362444"/>
            <a:ext cx="304312" cy="304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59404" y="2898648"/>
            <a:ext cx="245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459404" y="3227832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and GPT-5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78728" y="1965960"/>
            <a:ext cx="2453564" cy="1737360"/>
          </a:xfrm>
          <a:prstGeom prst="roundRect">
            <a:avLst>
              <a:gd name="adj" fmla="val 5263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212902" y="2221992"/>
            <a:ext cx="585216" cy="585216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53" y="2362444"/>
            <a:ext cx="304312" cy="304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78728" y="2898648"/>
            <a:ext cx="245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Grok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278728" y="3227832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Grok 3 and Grok 4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98051" y="1965960"/>
            <a:ext cx="2453564" cy="1737360"/>
          </a:xfrm>
          <a:prstGeom prst="roundRect">
            <a:avLst>
              <a:gd name="adj" fmla="val 5263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10032225" y="2221992"/>
            <a:ext cx="585216" cy="585216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2677" y="2362444"/>
            <a:ext cx="304312" cy="304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98051" y="2898648"/>
            <a:ext cx="245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endpoint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098051" y="3227832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OpenAI-compatible model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397764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0D1424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914400" y="4251960"/>
            <a:ext cx="548640" cy="5486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074" y="43836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14400" y="4937760"/>
            <a:ext cx="2783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cost to quality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914400" y="527608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fast, economical model or a top-tier one, per workspace.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4429658" y="397764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0D1424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4703978" y="4251960"/>
            <a:ext cx="548640" cy="5486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5652" y="43836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4703978" y="4937760"/>
            <a:ext cx="2783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key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4703978" y="527608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own provider account. Keys are verified before they are saved.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8219237" y="397764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0D1424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7"/>
          <p:cNvSpPr/>
          <p:nvPr/>
        </p:nvSpPr>
        <p:spPr>
          <a:xfrm>
            <a:off x="8493557" y="4251960"/>
            <a:ext cx="548640" cy="54864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5230" y="4383634"/>
            <a:ext cx="285293" cy="285293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8493557" y="4937760"/>
            <a:ext cx="2783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single-vendor lock</a:t>
            </a:r>
            <a:endParaRPr lang="en-US" sz="1450" dirty="0"/>
          </a:p>
        </p:txBody>
      </p:sp>
      <p:sp>
        <p:nvSpPr>
          <p:cNvPr id="38" name="Text 29"/>
          <p:cNvSpPr/>
          <p:nvPr/>
        </p:nvSpPr>
        <p:spPr>
          <a:xfrm>
            <a:off x="8493557" y="527608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providers from the admin screen whenever you like.</a:t>
            </a:r>
            <a:endParaRPr lang="en-US" sz="1200" dirty="0"/>
          </a:p>
        </p:txBody>
      </p:sp>
      <p:sp>
        <p:nvSpPr>
          <p:cNvPr id="39" name="Text 30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40" name="Text 31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  /  AUTHORING AND SCHEDULING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 over every post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749808"/>
          </a:xfrm>
          <a:prstGeom prst="roundRect">
            <a:avLst>
              <a:gd name="adj" fmla="val 12195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984248"/>
            <a:ext cx="530352" cy="530352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396" y="2111532"/>
            <a:ext cx="275783" cy="2757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975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 or unschedule freely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440680" y="1920240"/>
            <a:ext cx="588233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 post between draft, review queue, and scheduled. Scheduling is no longer a one-way door.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734056"/>
            <a:ext cx="10911535" cy="749808"/>
          </a:xfrm>
          <a:prstGeom prst="roundRect">
            <a:avLst>
              <a:gd name="adj" fmla="val 12195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96112" y="2843784"/>
            <a:ext cx="530352" cy="530352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396" y="2971068"/>
            <a:ext cx="275783" cy="27578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59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when you need to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440680" y="2779776"/>
            <a:ext cx="588233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wording on drafts, scheduled posts, and even ones that failed or were held back.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593592"/>
            <a:ext cx="10911535" cy="749808"/>
          </a:xfrm>
          <a:prstGeom prst="roundRect">
            <a:avLst>
              <a:gd name="adj" fmla="val 12195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96112" y="3703320"/>
            <a:ext cx="530352" cy="530352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396" y="3830604"/>
            <a:ext cx="275783" cy="27578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36941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from scratch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5440680" y="3639312"/>
            <a:ext cx="588233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blank draft and say it in your own words, with no AI in the loop.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4453128"/>
            <a:ext cx="10911535" cy="749808"/>
          </a:xfrm>
          <a:prstGeom prst="roundRect">
            <a:avLst>
              <a:gd name="adj" fmla="val 12195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896112" y="4562856"/>
            <a:ext cx="530352" cy="530352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396" y="4690140"/>
            <a:ext cx="275783" cy="27578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45920" y="45537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spacing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5440680" y="4498848"/>
            <a:ext cx="588233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optional minimum gap between scheduled posts, so your feed never looks spammy.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5312664"/>
            <a:ext cx="10911535" cy="749808"/>
          </a:xfrm>
          <a:prstGeom prst="roundRect">
            <a:avLst>
              <a:gd name="adj" fmla="val 12195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896112" y="5422392"/>
            <a:ext cx="530352" cy="530352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96" y="5549676"/>
            <a:ext cx="275783" cy="27578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45920" y="54132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guidance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5440680" y="5358384"/>
            <a:ext cx="588233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messages when something needs a fix, like an empty post or a timing conflict.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TRUST AND SAFETY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Confidence, by design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2231136"/>
            <a:ext cx="640080" cy="64008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" y="2384755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28600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advocacy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50976" y="294436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opt in, approve each post, and can disconnect at any time. Their credentials are encrypted and isolated.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192024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617056" y="2231136"/>
            <a:ext cx="640080" cy="64008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0675" y="2384755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21728" y="228600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analytics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35344" y="294436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numbers only. No invented zeros, and AI summaries must cite your own data.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11480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32688" y="4425696"/>
            <a:ext cx="640080" cy="64008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" y="4579315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448056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content defenses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950976" y="513892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detection of hidden instructions buried in outside news and feeds.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24448" y="411480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617056" y="4425696"/>
            <a:ext cx="640080" cy="64008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675" y="4579315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21728" y="448056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Owner-only controls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635344" y="513892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settings are enforced on the server, not just hidden in the interface.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1.9.32 to 2.2.19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457200"/>
          </a:xfrm>
          <a:prstGeom prst="rect">
            <a:avLst/>
          </a:prstGeom>
          <a:solidFill>
            <a:srgbClr val="0D14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651760" y="18745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(1.9.32)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629400" y="1874520"/>
            <a:ext cx="4739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 (2.2.19)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10911535" cy="621792"/>
          </a:xfrm>
          <a:prstGeom prst="rect">
            <a:avLst/>
          </a:prstGeom>
          <a:solidFill>
            <a:srgbClr val="1A22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651760" y="2331720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page only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11112" y="2523744"/>
            <a:ext cx="237744" cy="237744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283" y="2568915"/>
            <a:ext cx="147401" cy="147401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976872" y="2331720"/>
            <a:ext cx="4419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page plus employee advocacy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953512"/>
            <a:ext cx="10911535" cy="621792"/>
          </a:xfrm>
          <a:prstGeom prst="rect">
            <a:avLst/>
          </a:prstGeom>
          <a:solidFill>
            <a:srgbClr val="0D14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2960" y="295351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651760" y="295351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in-app performance view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611112" y="3145536"/>
            <a:ext cx="237744" cy="237744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283" y="3190707"/>
            <a:ext cx="147401" cy="14740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76872" y="2953512"/>
            <a:ext cx="4419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Per-post, topic, timing, audience, plus AI summary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40080" y="3575304"/>
            <a:ext cx="10911535" cy="621792"/>
          </a:xfrm>
          <a:prstGeom prst="rect">
            <a:avLst/>
          </a:prstGeom>
          <a:solidFill>
            <a:srgbClr val="1A22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822960" y="3575304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2651760" y="3575304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only, config edit and restart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611112" y="3767328"/>
            <a:ext cx="237744" cy="237744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283" y="3812499"/>
            <a:ext cx="147401" cy="147401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976872" y="3575304"/>
            <a:ext cx="4419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or company page, live in-app toggle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4197096"/>
            <a:ext cx="10911535" cy="621792"/>
          </a:xfrm>
          <a:prstGeom prst="rect">
            <a:avLst/>
          </a:prstGeom>
          <a:solidFill>
            <a:srgbClr val="0D14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822960" y="4197096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2651760" y="4197096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re-login when the token died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6611112" y="4389120"/>
            <a:ext cx="237744" cy="237744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283" y="4434291"/>
            <a:ext cx="147401" cy="147401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976872" y="4197096"/>
            <a:ext cx="4419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refresh with clear reconnect notice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40080" y="4818888"/>
            <a:ext cx="10911535" cy="621792"/>
          </a:xfrm>
          <a:prstGeom prst="rect">
            <a:avLst/>
          </a:prstGeom>
          <a:solidFill>
            <a:srgbClr val="1A22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7"/>
          <p:cNvSpPr/>
          <p:nvPr/>
        </p:nvSpPr>
        <p:spPr>
          <a:xfrm>
            <a:off x="822960" y="481888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250" dirty="0"/>
          </a:p>
        </p:txBody>
      </p:sp>
      <p:sp>
        <p:nvSpPr>
          <p:cNvPr id="34" name="Text 28"/>
          <p:cNvSpPr/>
          <p:nvPr/>
        </p:nvSpPr>
        <p:spPr>
          <a:xfrm>
            <a:off x="2651760" y="4818888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fixed model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6611112" y="5010912"/>
            <a:ext cx="237744" cy="237744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283" y="5056083"/>
            <a:ext cx="147401" cy="147401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6976872" y="4818888"/>
            <a:ext cx="4419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provider and model, bring your own key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640080" y="5440680"/>
            <a:ext cx="10911535" cy="621792"/>
          </a:xfrm>
          <a:prstGeom prst="rect">
            <a:avLst/>
          </a:prstGeom>
          <a:solidFill>
            <a:srgbClr val="0D14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2"/>
          <p:cNvSpPr/>
          <p:nvPr/>
        </p:nvSpPr>
        <p:spPr>
          <a:xfrm>
            <a:off x="822960" y="544068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</a:t>
            </a:r>
            <a:endParaRPr lang="en-US" sz="1250" dirty="0"/>
          </a:p>
        </p:txBody>
      </p:sp>
      <p:sp>
        <p:nvSpPr>
          <p:cNvPr id="40" name="Text 33"/>
          <p:cNvSpPr/>
          <p:nvPr/>
        </p:nvSpPr>
        <p:spPr>
          <a:xfrm>
            <a:off x="2651760" y="5440680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to scheduled</a:t>
            </a:r>
            <a:endParaRPr lang="en-US" sz="1200" dirty="0"/>
          </a:p>
        </p:txBody>
      </p:sp>
      <p:sp>
        <p:nvSpPr>
          <p:cNvPr id="41" name="Shape 34"/>
          <p:cNvSpPr/>
          <p:nvPr/>
        </p:nvSpPr>
        <p:spPr>
          <a:xfrm>
            <a:off x="6611112" y="5632704"/>
            <a:ext cx="237744" cy="237744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283" y="5677875"/>
            <a:ext cx="147401" cy="147401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6976872" y="5440680"/>
            <a:ext cx="4419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Reschedule, edit anytime, or write from scratch</a:t>
            </a:r>
            <a:endParaRPr lang="en-US" sz="1200" dirty="0"/>
          </a:p>
        </p:txBody>
      </p:sp>
      <p:sp>
        <p:nvSpPr>
          <p:cNvPr id="44" name="Shape 36"/>
          <p:cNvSpPr/>
          <p:nvPr/>
        </p:nvSpPr>
        <p:spPr>
          <a:xfrm>
            <a:off x="640080" y="1874520"/>
            <a:ext cx="10911535" cy="4187952"/>
          </a:xfrm>
          <a:prstGeom prst="rect">
            <a:avLst/>
          </a:prstGeom>
          <a:ln w="12700">
            <a:solidFill>
              <a:srgbClr val="2732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7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2926080"/>
            <a:ext cx="6035040" cy="6035040"/>
          </a:xfrm>
          <a:prstGeom prst="ellipse">
            <a:avLst/>
          </a:prstGeom>
          <a:solidFill>
            <a:srgbClr val="8B5CF6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-2194560"/>
            <a:ext cx="5669280" cy="566928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STEPS FROM SIGNAL TO POST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32688" y="2377440"/>
            <a:ext cx="548640" cy="54864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362" y="25091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1965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topics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005072" y="196596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4343400" y="19659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36008" y="2377440"/>
            <a:ext cx="548640" cy="54864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7682" y="25091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965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researches and drafts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7708392" y="196596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8046720" y="19659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A2233"/>
          </a:solidFill>
          <a:ln w="12700">
            <a:solidFill>
              <a:srgbClr val="273246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339328" y="2377440"/>
            <a:ext cx="548640" cy="5486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002" y="250911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06840" y="1965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approve and publish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0080" y="37947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with a team to amplify it, the data to prove it,</a:t>
            </a:r>
            <a:endParaRPr lang="en-US" sz="2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reliability to trust it.</a:t>
            </a:r>
            <a:endParaRPr lang="en-US" sz="2600" dirty="0"/>
          </a:p>
        </p:txBody>
      </p:sp>
      <p:sp>
        <p:nvSpPr>
          <p:cNvPr id="20" name="Text 15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0080" y="5559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people who have something to say.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1426</Words>
  <Application>Microsoft Macintosh PowerPoint</Application>
  <PresentationFormat>Widescreen</PresentationFormat>
  <Paragraphs>232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New in Market Intelligence 2.2.19</dc:title>
  <dc:subject>PptxGenJS Presentation</dc:subject>
  <dc:creator>Market Intelligence</dc:creator>
  <cp:keywords/>
  <dc:description/>
  <cp:lastModifiedBy>Brandon R. India</cp:lastModifiedBy>
  <cp:revision>2</cp:revision>
  <dcterms:created xsi:type="dcterms:W3CDTF">2026-07-09T00:19:40Z</dcterms:created>
  <dcterms:modified xsi:type="dcterms:W3CDTF">2026-07-09T01:09:11Z</dcterms:modified>
  <cp:category/>
</cp:coreProperties>
</file>