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0" r:id="rId7"/>
    <p:sldId id="266" r:id="rId8"/>
    <p:sldId id="268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78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9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andon@majik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brandon@majikl.com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03120"/>
            <a:ext cx="6217920" cy="6217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2926080"/>
            <a:ext cx="4937760" cy="493776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 /  RELEASE 2.2.19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closed-loop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intelligence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LinkedIn tools schedule the content you bring them. Market Intelligence creates it from live research, publishes it, measures what performs, and makes the next cycle smarter.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340510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577900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5623560"/>
            <a:ext cx="9747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09190" y="5623560"/>
            <a:ext cx="1340510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92070" y="577900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56662" y="5623560"/>
            <a:ext cx="9747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78301" y="5623560"/>
            <a:ext cx="1967789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61181" y="57790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25773" y="5623560"/>
            <a:ext cx="16020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paid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74690" y="5623560"/>
            <a:ext cx="1430122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57570" y="577900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22162" y="5623560"/>
            <a:ext cx="106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49A4C15-2B4A-E6CE-244E-23A6C078307B}"/>
              </a:ext>
            </a:extLst>
          </p:cNvPr>
          <p:cNvSpPr/>
          <p:nvPr/>
        </p:nvSpPr>
        <p:spPr>
          <a:xfrm>
            <a:off x="566928" y="403860"/>
            <a:ext cx="5808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8, 2026 </a:t>
            </a:r>
            <a:r>
              <a:rPr lang="en-US" dirty="0">
                <a:solidFill>
                  <a:schemeClr val="bg1"/>
                </a:solidFill>
              </a:rPr>
              <a:t> • 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_ India </a:t>
            </a:r>
            <a:r>
              <a:rPr lang="en-US" dirty="0">
                <a:solidFill>
                  <a:schemeClr val="bg1"/>
                </a:solidFill>
              </a:rPr>
              <a:t> • 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brandon@majikl.com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tool schedules. Ours creates, then learns.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Hootsuite, and Sprout Social time the content you give them. Market Intelligence runs the entire loop, so each cycle is smarter than the last.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25146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7864" y="2775204"/>
            <a:ext cx="530352" cy="530352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148" y="2902488"/>
            <a:ext cx="275783" cy="2757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6609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28800" y="30449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sources, on your topics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37176" y="25146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74920" y="2775204"/>
            <a:ext cx="530352" cy="530352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204" y="2902488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05856" y="26609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705856" y="30449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drafts, your voice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714232" y="25146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951976" y="2775204"/>
            <a:ext cx="530352" cy="530352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260" y="2902488"/>
            <a:ext cx="275783" cy="27578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82912" y="26609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9582912" y="30449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or company page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714232" y="46177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951976" y="4878324"/>
            <a:ext cx="530352" cy="530352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60" y="5005608"/>
            <a:ext cx="275783" cy="27578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82912" y="47640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582912" y="51480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per post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837176" y="46177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074920" y="4878324"/>
            <a:ext cx="530352" cy="530352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204" y="5005608"/>
            <a:ext cx="275783" cy="27578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05856" y="47640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5705856" y="51480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resonates, and why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960120" y="46177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197864" y="4878324"/>
            <a:ext cx="530352" cy="530352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148" y="5005608"/>
            <a:ext cx="275783" cy="27578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828800" y="47640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1828800" y="51480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 improves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474720" y="251460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6" name="Text 28"/>
          <p:cNvSpPr/>
          <p:nvPr/>
        </p:nvSpPr>
        <p:spPr>
          <a:xfrm>
            <a:off x="7351776" y="251460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7" name="Text 29"/>
          <p:cNvSpPr/>
          <p:nvPr/>
        </p:nvSpPr>
        <p:spPr>
          <a:xfrm>
            <a:off x="9697212" y="356616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38" name="Text 30"/>
          <p:cNvSpPr/>
          <p:nvPr/>
        </p:nvSpPr>
        <p:spPr>
          <a:xfrm>
            <a:off x="7351776" y="461772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600" dirty="0"/>
          </a:p>
        </p:txBody>
      </p:sp>
      <p:sp>
        <p:nvSpPr>
          <p:cNvPr id="39" name="Text 31"/>
          <p:cNvSpPr/>
          <p:nvPr/>
        </p:nvSpPr>
        <p:spPr>
          <a:xfrm>
            <a:off x="3474720" y="461772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600" dirty="0"/>
          </a:p>
        </p:txBody>
      </p:sp>
      <p:sp>
        <p:nvSpPr>
          <p:cNvPr id="40" name="Text 32"/>
          <p:cNvSpPr/>
          <p:nvPr/>
        </p:nvSpPr>
        <p:spPr>
          <a:xfrm>
            <a:off x="1943100" y="356616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600" dirty="0"/>
          </a:p>
        </p:txBody>
      </p:sp>
      <p:sp>
        <p:nvSpPr>
          <p:cNvPr id="41" name="Shape 33"/>
          <p:cNvSpPr/>
          <p:nvPr/>
        </p:nvSpPr>
        <p:spPr>
          <a:xfrm>
            <a:off x="3392881" y="5952744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3392881" y="595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3722065" y="5943600"/>
            <a:ext cx="598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4685843" y="595274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4685843" y="595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5015027" y="5943600"/>
            <a:ext cx="598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5978804" y="595274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5978804" y="595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6307988" y="5943600"/>
            <a:ext cx="1122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paid</a:t>
            </a:r>
            <a:endParaRPr lang="en-US" sz="1200" dirty="0"/>
          </a:p>
        </p:txBody>
      </p:sp>
      <p:sp>
        <p:nvSpPr>
          <p:cNvPr id="50" name="Shape 42"/>
          <p:cNvSpPr/>
          <p:nvPr/>
        </p:nvSpPr>
        <p:spPr>
          <a:xfrm>
            <a:off x="7796632" y="595274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3"/>
          <p:cNvSpPr/>
          <p:nvPr/>
        </p:nvSpPr>
        <p:spPr>
          <a:xfrm>
            <a:off x="7796632" y="595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8125816" y="5943600"/>
            <a:ext cx="67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phases, one compounding advantage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53564" cy="3200400"/>
          </a:xfrm>
          <a:prstGeom prst="roundRect">
            <a:avLst>
              <a:gd name="adj" fmla="val 372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904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2450592"/>
            <a:ext cx="19049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2197532" y="2395728"/>
            <a:ext cx="603504" cy="603504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373" y="2540569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383280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5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every post actually does.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14400" y="4709160"/>
            <a:ext cx="1477670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7280" y="483260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43584" y="4709160"/>
            <a:ext cx="11119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59404" y="2011680"/>
            <a:ext cx="2453564" cy="3200400"/>
          </a:xfrm>
          <a:prstGeom prst="roundRect">
            <a:avLst>
              <a:gd name="adj" fmla="val 372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733724" y="2286000"/>
            <a:ext cx="1904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15436" y="2450592"/>
            <a:ext cx="19049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17" name="Shape 14"/>
          <p:cNvSpPr/>
          <p:nvPr/>
        </p:nvSpPr>
        <p:spPr>
          <a:xfrm>
            <a:off x="5016856" y="2395728"/>
            <a:ext cx="603504" cy="603504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697" y="2540569"/>
            <a:ext cx="313822" cy="31382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33724" y="3383280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Advocacy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3733724" y="416052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team into a distribution engine.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733724" y="4709160"/>
            <a:ext cx="1477670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916604" y="483260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062908" y="4709160"/>
            <a:ext cx="11119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78728" y="2011680"/>
            <a:ext cx="2453564" cy="3200400"/>
          </a:xfrm>
          <a:prstGeom prst="roundRect">
            <a:avLst>
              <a:gd name="adj" fmla="val 372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553048" y="2286000"/>
            <a:ext cx="1904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534760" y="2450592"/>
            <a:ext cx="19049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7" name="Shape 23"/>
          <p:cNvSpPr/>
          <p:nvPr/>
        </p:nvSpPr>
        <p:spPr>
          <a:xfrm>
            <a:off x="7836179" y="2395728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020" y="2540569"/>
            <a:ext cx="313822" cy="31382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53048" y="3383280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Organic-to-Paid</a:t>
            </a:r>
            <a:endParaRPr lang="en-US" sz="15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6553048" y="416052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proven posts into paid, in one click.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553048" y="4709160"/>
            <a:ext cx="1552651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735928" y="483260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882232" y="4709160"/>
            <a:ext cx="11868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9098051" y="2011680"/>
            <a:ext cx="2453564" cy="3200400"/>
          </a:xfrm>
          <a:prstGeom prst="roundRect">
            <a:avLst>
              <a:gd name="adj" fmla="val 372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9372371" y="2286000"/>
            <a:ext cx="1904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9354083" y="2450592"/>
            <a:ext cx="19049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0" dirty="0"/>
          </a:p>
        </p:txBody>
      </p:sp>
      <p:sp>
        <p:nvSpPr>
          <p:cNvPr id="37" name="Shape 32"/>
          <p:cNvSpPr/>
          <p:nvPr/>
        </p:nvSpPr>
        <p:spPr>
          <a:xfrm>
            <a:off x="10655503" y="2395728"/>
            <a:ext cx="603504" cy="603504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0344" y="2540569"/>
            <a:ext cx="313822" cy="31382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372371" y="3383280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</a:t>
            </a:r>
            <a:endParaRPr lang="en-US" sz="15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550" dirty="0"/>
          </a:p>
        </p:txBody>
      </p:sp>
      <p:sp>
        <p:nvSpPr>
          <p:cNvPr id="40" name="Text 34"/>
          <p:cNvSpPr/>
          <p:nvPr/>
        </p:nvSpPr>
        <p:spPr>
          <a:xfrm>
            <a:off x="9372371" y="416052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gets smarter every cycle.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9372371" y="4709160"/>
            <a:ext cx="1552651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9555251" y="483260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9701555" y="4709160"/>
            <a:ext cx="11868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640080" y="5440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and 2 are live in release 2.2.19. Phases 3 and 4 are in active development.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0BE816-90AA-CC59-B772-210731618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682" y="0"/>
            <a:ext cx="6738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/  ORGANIZATION ANALYTICS DASHBOARD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073945" y="603504"/>
            <a:ext cx="1477670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56825" y="72694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03129" y="603504"/>
            <a:ext cx="11119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your content does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926275" cy="1188720"/>
          </a:xfrm>
          <a:prstGeom prst="roundRect">
            <a:avLst>
              <a:gd name="adj" fmla="val 769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28898" y="2057400"/>
            <a:ext cx="548640" cy="54864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71" y="218907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679192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86395" y="1874520"/>
            <a:ext cx="1926275" cy="1188720"/>
          </a:xfrm>
          <a:prstGeom prst="roundRect">
            <a:avLst>
              <a:gd name="adj" fmla="val 769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75213" y="2057400"/>
            <a:ext cx="548640" cy="54864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886" y="218907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6395" y="2679192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32710" y="1874520"/>
            <a:ext cx="1926275" cy="1188720"/>
          </a:xfrm>
          <a:prstGeom prst="roundRect">
            <a:avLst>
              <a:gd name="adj" fmla="val 769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821528" y="2057400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201" y="21890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32710" y="2679192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79025" y="1874520"/>
            <a:ext cx="1926275" cy="1188720"/>
          </a:xfrm>
          <a:prstGeom prst="roundRect">
            <a:avLst>
              <a:gd name="adj" fmla="val 769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67843" y="205740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516" y="21890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9025" y="2679192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9625340" y="1874520"/>
            <a:ext cx="1926275" cy="1188720"/>
          </a:xfrm>
          <a:prstGeom prst="roundRect">
            <a:avLst>
              <a:gd name="adj" fmla="val 769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0314158" y="2057400"/>
            <a:ext cx="548640" cy="54864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5831" y="21890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25340" y="2679192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40080" y="31546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exactly as LinkedIn reports them, and linked to the topic that produced each post.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40080" y="393192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914400" y="420624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463" y="4342303"/>
            <a:ext cx="294803" cy="29480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4400" y="48920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topic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914400" y="52578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topics drive the most reach and engagement.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429658" y="393192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4703978" y="420624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0041" y="4342303"/>
            <a:ext cx="294803" cy="29480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703978" y="48920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 and time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4703978" y="52578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day-and-hour heatmap of when your audience shows up.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8219237" y="393192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8493557" y="4206240"/>
            <a:ext cx="566928" cy="566928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9620" y="4342303"/>
            <a:ext cx="294803" cy="294803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493557" y="48920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demographics</a:t>
            </a:r>
            <a:endParaRPr lang="en-US" sz="1500" dirty="0"/>
          </a:p>
        </p:txBody>
      </p:sp>
      <p:sp>
        <p:nvSpPr>
          <p:cNvPr id="42" name="Text 32"/>
          <p:cNvSpPr/>
          <p:nvPr/>
        </p:nvSpPr>
        <p:spPr>
          <a:xfrm>
            <a:off x="8493557" y="52578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reach, by industry, seniority, and geography.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/  EMPLOYEE ADVOCACY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073945" y="603504"/>
            <a:ext cx="1477670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56825" y="72694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03129" y="603504"/>
            <a:ext cx="11119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team into a distribution engine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reach on a company page is limited, often cited at only 2 to 5 percent of followers. Employee shares reach their full networks instead.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41254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273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post, every network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32588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research, personalized for each team member.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441838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279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control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2588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opt in and approve every post in their name.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903720" y="1874520"/>
            <a:ext cx="4647895" cy="4114800"/>
          </a:xfrm>
          <a:prstGeom prst="roundRect">
            <a:avLst>
              <a:gd name="adj" fmla="val 2222"/>
            </a:avLst>
          </a:prstGeom>
          <a:solidFill>
            <a:srgbClr val="0D1424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903720" y="219456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potential reach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903720" y="2651760"/>
            <a:ext cx="4647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6600" dirty="0"/>
          </a:p>
        </p:txBody>
      </p:sp>
      <p:sp>
        <p:nvSpPr>
          <p:cNvPr id="19" name="Text 15"/>
          <p:cNvSpPr/>
          <p:nvPr/>
        </p:nvSpPr>
        <p:spPr>
          <a:xfrm>
            <a:off x="7178040" y="3703320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team members, about 500 connections each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452360" y="4297680"/>
            <a:ext cx="3550615" cy="0"/>
          </a:xfrm>
          <a:prstGeom prst="line">
            <a:avLst/>
          </a:prstGeom>
          <a:noFill/>
          <a:ln w="12700">
            <a:solidFill>
              <a:srgbClr val="2732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360920" y="457200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10x</a:t>
            </a: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reach of your company page followers alone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360920" y="5394960"/>
            <a:ext cx="3733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publishing tool becomes a distribution engine.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11297C-4D60-8261-5345-C07323993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887" y="2008682"/>
            <a:ext cx="7078113" cy="48493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2769F2E-A048-615B-D4F7-E0FE2B71F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384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2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79BD3A-B4ED-7807-3020-59A947121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30190" cy="4101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5FB3ED-33A8-55CA-F5EC-3FAF7E965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35" y="2756969"/>
            <a:ext cx="6989465" cy="410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54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/  ORGANIC-TO-PAID BRIDGE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998964" y="603504"/>
            <a:ext cx="1552651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81844" y="726948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28148" y="603504"/>
            <a:ext cx="11868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budget behind what already works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organic post outperforms, promoting it should be one click, not a rebuild in Campaign Manager.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227168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351276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3487339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3145536"/>
            <a:ext cx="394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suggestions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91640" y="3493008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when a post clears your threshold.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24448" y="2926080"/>
            <a:ext cx="5227168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98768" y="3351276"/>
            <a:ext cx="566928" cy="566928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830" y="3487339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76008" y="3145536"/>
            <a:ext cx="394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sponsored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376008" y="3493008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 strong post without leaving the app.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709160"/>
            <a:ext cx="5227168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14400" y="5134356"/>
            <a:ext cx="566928" cy="566928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463" y="5270419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4928616"/>
            <a:ext cx="394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 copy variants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91640" y="5276088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angles from the same research pipeline.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324448" y="4709160"/>
            <a:ext cx="5227168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8768" y="5134356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830" y="5270419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6008" y="4928616"/>
            <a:ext cx="394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report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376008" y="5276088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and paid, side by side.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0080" y="6172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roadmap. The value: promote what is already proven, instead of guessing.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/  CLOSED-LOOP OPTIMIZATION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998964" y="603504"/>
            <a:ext cx="1552651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81844" y="726948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28148" y="603504"/>
            <a:ext cx="11868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gets smarter every cycle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moat. Performance data feeds the next cycle, so the platform improves on its own instead of standing still.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227168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186684"/>
            <a:ext cx="530352" cy="530352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84" y="3313968"/>
            <a:ext cx="275783" cy="27578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3017520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topic weighting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645920" y="3364992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inform which topics come next.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24448" y="2834640"/>
            <a:ext cx="5227168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98768" y="3186684"/>
            <a:ext cx="530352" cy="530352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052" y="3313968"/>
            <a:ext cx="275783" cy="2757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30288" y="3017520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rotation tuning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330288" y="3364992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the angles that prove out.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389120"/>
            <a:ext cx="5227168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14400" y="4741164"/>
            <a:ext cx="530352" cy="530352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684" y="4868448"/>
            <a:ext cx="275783" cy="27578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572000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alignment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645920" y="4919472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content to who you reach.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324448" y="4389120"/>
            <a:ext cx="5227168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8768" y="4741164"/>
            <a:ext cx="530352" cy="530352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052" y="4868448"/>
            <a:ext cx="275783" cy="27578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30288" y="4572000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cadence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330288" y="4919472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tunes to each account.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0080" y="56418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development. The building blocks (topic weighting, quality scoring, and cadence controls) already ship today.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SHIPPED IN 2.2.19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more upgrades behind the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276856"/>
            <a:ext cx="640080" cy="64008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243047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33172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 your brand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0976" y="299008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 your personal profile or a company page you administer, switched live in the app.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96596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17056" y="2276856"/>
            <a:ext cx="640080" cy="64008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675" y="2430475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1728" y="233172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delivery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35344" y="299008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LinkedIn connection refreshes itself, so scheduled posts stop failing overnight.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2688" y="4471416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" y="4625035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52628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AI engine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50976" y="518464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provider and model, Claude, GPT, or Grok, and bring your own key.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4448" y="416052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17056" y="4471416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675" y="4625035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1728" y="452628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control over posts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35344" y="518464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Reschedule, edit anytime, or write a post from scratch with no AI in the loop.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TRUST AND SAFETY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231136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238475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8600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 advocacy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0976" y="294436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opt in, approve each post, and can disconnect anytime. Credentials are encrypted and isolated.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92024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17056" y="2231136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675" y="2384755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1728" y="228600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analytics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35344" y="294436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only. No invented zeros, and AI summaries must cite your own data.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2688" y="4425696"/>
            <a:ext cx="640080" cy="64008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" y="4579315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48056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content defenses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50976" y="513892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detection of hidden instructions buried in outside news and feeds.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4448" y="411480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17056" y="4425696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675" y="4579315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1728" y="448056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Owner-only controls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35344" y="513892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settings are enforced on the server, not just hidden in the interface.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2926080"/>
            <a:ext cx="6035040" cy="603504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CLOSING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generate, publish, measure,</a:t>
            </a:r>
            <a:endParaRPr lang="en-US" sz="34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 and improve.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0D1424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3721608"/>
            <a:ext cx="512064" cy="512064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" y="3834262"/>
            <a:ext cx="286756" cy="2867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37398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50976" y="4343400"/>
            <a:ext cx="4453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Analytics and Employee Advocacy, live in 2.2.19.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342900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0D1424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64808" y="3721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462" y="3834262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37398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83096" y="4343400"/>
            <a:ext cx="4453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Organic-to-Paid Bridge and Closed-Loop Optimization.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0080" y="5779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people who have something to say.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4A3FF83D-47AD-4746-B167-886D199E3315}"/>
              </a:ext>
            </a:extLst>
          </p:cNvPr>
          <p:cNvSpPr/>
          <p:nvPr/>
        </p:nvSpPr>
        <p:spPr>
          <a:xfrm>
            <a:off x="566928" y="403860"/>
            <a:ext cx="5808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8, 2026 </a:t>
            </a:r>
            <a:r>
              <a:rPr lang="en-US" dirty="0">
                <a:solidFill>
                  <a:schemeClr val="bg1"/>
                </a:solidFill>
              </a:rPr>
              <a:t> • 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_ India </a:t>
            </a:r>
            <a:r>
              <a:rPr lang="en-US" dirty="0">
                <a:solidFill>
                  <a:schemeClr val="bg1"/>
                </a:solidFill>
              </a:rPr>
              <a:t> •  </a:t>
            </a:r>
            <a:r>
              <a:rPr lang="en-US" dirty="0">
                <a:solidFill>
                  <a:schemeClr val="bg1"/>
                </a:solidFill>
                <a:hlinkClick r:id="rId5"/>
              </a:rPr>
              <a:t>brandon@majikl.com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886</Words>
  <Application>Microsoft Macintosh PowerPoint</Application>
  <PresentationFormat>Widescreen</PresentationFormat>
  <Paragraphs>180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Intelligence: The Closed-Loop Content Intelligence System</dc:title>
  <dc:subject/>
  <dc:creator>majiklTrust Market Intelligence</dc:creator>
  <cp:keywords/>
  <dc:description/>
  <cp:lastModifiedBy>Brandon R. India</cp:lastModifiedBy>
  <cp:revision>10</cp:revision>
  <dcterms:created xsi:type="dcterms:W3CDTF">2026-07-09T00:56:15Z</dcterms:created>
  <dcterms:modified xsi:type="dcterms:W3CDTF">2026-07-16T15:09:13Z</dcterms:modified>
  <cp:category/>
</cp:coreProperties>
</file>